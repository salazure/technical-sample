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98F69-24AE-16E1-E632-6EE287955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168C-C166-7DCE-AE1B-E789064C3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1AC1-32B1-003F-72C0-D0C11E64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64878-526C-6BCC-DA17-85C49E44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3F5D-5792-76CA-C21C-48CE8AC0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26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A1DB1-2AA1-4663-63DB-0F3C213F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9262-5972-1F31-EE2A-189C91485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36F66-4EE2-F3BB-F46A-386C4AA9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CF12-3239-083E-CFB7-013A97E83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C864C-39FD-6DE7-AA09-E36DD8B9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01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D6A4-53E2-55DE-7E5B-84174DA4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222C-DB44-BAFC-8541-7C1F994B1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FEF4E-21B5-7EFC-6125-A1C9CF81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845BE-7121-1FDD-7185-D29E7E44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D608-466C-8632-D647-E6B41B77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83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257A-A871-08E7-0A19-344A82D6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9A53-A96C-1B89-517A-2B4DDE196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FC68-4E8C-9B09-455E-CC21BEB8C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C83A6-4E72-9151-FE7D-0DDA2967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3F6B0-BE84-22E8-E817-22A63795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477B4-AF7C-771E-D22A-23E1DF23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389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5100-FD54-9DAE-B237-944BF7F4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D673B-C9CF-6D12-5C1D-B427C6F0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80197-6503-619B-71E0-26BC47AAD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C8B4D1-66FE-5C67-DE33-109D5EEFA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238B0-BAAC-EF7C-D071-C035DBCC5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B149D-DB91-0726-B5B4-DE39B219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1A642-F191-45B0-4DC0-0749CB8A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9D628-CD0B-B8B6-2A13-07B076D0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041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E90B-1200-9343-A06E-030A83FF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F4159-9BF2-1A70-2DAD-965B5878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8973A-020C-808D-3E6D-06650BB0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3ABBF-85C2-37DF-5AFD-89C7F4E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506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329B0-AA52-6614-F0E8-D0A55B5C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07923-3C28-C959-8117-363ABBFD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A4E72-3732-6EBD-2155-C6CB57F6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662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B8EF-2C34-DED1-A037-81F22036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3912-111C-609F-DEEB-353BE603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9A8A1-206E-79D8-6A30-8955709D9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802E3-42C3-85FD-7704-BDA2B60F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DFB8B-115D-CEAD-75FF-FA5B04FC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5AEDE-26D2-96DD-B34C-94C98265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12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41DD-C84A-DC8D-809B-E61301C5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1C3E5-1BDE-56F2-F514-B849608E9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EFDCE-02B2-02E8-047B-7DD64E404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60D7-432B-A5C3-5536-A5B2A656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019A7-F041-9B2E-E551-48082BF4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7D088-3B76-A8B9-562C-377FE0D0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169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88A9-0864-8C06-EF2F-9C485C4E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C3161-EED9-ADB1-0F37-68E165AE3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14DFE-835E-82D8-A882-BC852803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8AB49-6B35-ADFB-26F1-174545E8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15750-76DF-FA92-2D74-FE12924D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02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F5CBB-DA2C-2878-E066-8CA651F1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BCAFF-FA80-F1FE-C069-CA36609ED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5B85-FC99-46AC-D4D7-BA89D649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AB71E-4F3A-E42E-A71A-B5F133CC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2F259-C981-B0B2-B0DF-E4079F08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980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31E86-CC79-8EA6-1250-F3D5DACE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B9E6-41D9-576C-CD12-BB8A38A30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6472A-CE58-5129-BA4E-BC27D282B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3ED92-3720-46CA-B0C7-E7299CC8F743}" type="datetimeFigureOut">
              <a:rPr lang="en-AU" smtClean="0"/>
              <a:t>1/09/2026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9B7D4-0655-643B-8EEA-1CB3A1EE7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3344A-3608-1A3B-7112-158864BCC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F129F-7356-428C-861E-D711053049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46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6285-9E81-0D29-29D7-8437B429B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Example </a:t>
            </a:r>
            <a:r>
              <a:rPr lang="en-AU"/>
              <a:t>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E0E0C-A4AA-6DA3-25B9-88FBFC67E7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62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Example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HOCKING</dc:creator>
  <cp:lastModifiedBy>EMILY HOCKING</cp:lastModifiedBy>
  <cp:revision>1</cp:revision>
  <dcterms:created xsi:type="dcterms:W3CDTF">2026-09-01T13:34:33Z</dcterms:created>
  <dcterms:modified xsi:type="dcterms:W3CDTF">2026-09-01T13:34:38Z</dcterms:modified>
</cp:coreProperties>
</file>